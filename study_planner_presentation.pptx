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Session Planner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Hackathon Project</a:t>
            </a:r>
          </a:p>
          <a:p>
            <a:r>
              <a:t>A smart study scheduling web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struggle to plan study time before exams.</a:t>
            </a:r>
          </a:p>
          <a:p>
            <a:r>
              <a:t>Confusion leads to procrastination.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 app that generates a personalized study plan</a:t>
            </a:r>
          </a:p>
          <a:p>
            <a:r>
              <a:t>based on subjects, exam dates, and confidence.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Add subjects &amp; exam dates</a:t>
            </a:r>
          </a:p>
          <a:p>
            <a:r>
              <a:t>- Confidence level input</a:t>
            </a:r>
          </a:p>
          <a:p>
            <a:r>
              <a:t>- Auto-generated schedule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Prioritizes:</a:t>
            </a:r>
          </a:p>
          <a:p>
            <a:r>
              <a:t>- Weak subjects</a:t>
            </a:r>
          </a:p>
          <a:p>
            <a:r>
              <a:t>- Closer exam dates</a:t>
            </a:r>
          </a:p>
          <a:p>
            <a:r>
              <a:t>- Balanced daily sessions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Clean UI</a:t>
            </a:r>
          </a:p>
          <a:p>
            <a:r>
              <a:t>- Dark mode</a:t>
            </a:r>
          </a:p>
          <a:p>
            <a:r>
              <a:t>- Encouraging messages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Progress tracker</a:t>
            </a:r>
          </a:p>
          <a:p>
            <a:r>
              <a:t>- Pomodoro timer</a:t>
            </a:r>
          </a:p>
          <a:p>
            <a:r>
              <a:t>- Copy plan option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HTML, CSS, JavaScript</a:t>
            </a:r>
          </a:p>
          <a:p>
            <a:r>
              <a:t>LocalStorage for persistence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students stay organized</a:t>
            </a:r>
          </a:p>
          <a:p>
            <a:r>
              <a:t>Reduces stress</a:t>
            </a:r>
          </a:p>
          <a:p>
            <a:r>
              <a:t>Improves productivity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but powerful tool to guide students</a:t>
            </a:r>
          </a:p>
          <a:p>
            <a:r>
              <a:t>through exam preparation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